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23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192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971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29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666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025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442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226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436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453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118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2083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642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3485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accent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30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solidFill>
                  <a:schemeClr val="tx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7022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90784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725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4505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  <p:sldLayoutId id="214748374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accent1"/>
          </a:soli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20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8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6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607D3-FA1E-E0DB-7B91-36AE0C0FAA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84547C-37A3-20C2-F3D3-CDFB7D43AA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80980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F4B54B"/>
      </a:accent1>
      <a:accent2>
        <a:srgbClr val="A2C84E"/>
      </a:accent2>
      <a:accent3>
        <a:srgbClr val="4BC298"/>
      </a:accent3>
      <a:accent4>
        <a:srgbClr val="4CB5D3"/>
      </a:accent4>
      <a:accent5>
        <a:srgbClr val="9167E3"/>
      </a:accent5>
      <a:accent6>
        <a:srgbClr val="E05073"/>
      </a:accent6>
      <a:hlink>
        <a:srgbClr val="E19520"/>
      </a:hlink>
      <a:folHlink>
        <a:srgbClr val="E8B15D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DD1DAD52-B525-46B5-8E87-60EE23581B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Century Gothic</vt:lpstr>
      <vt:lpstr>Mesh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ABOTHULA</dc:creator>
  <cp:lastModifiedBy>RAJESH ABOTHULA</cp:lastModifiedBy>
  <cp:revision>2</cp:revision>
  <dcterms:created xsi:type="dcterms:W3CDTF">2026-03-15T18:22:13Z</dcterms:created>
  <dcterms:modified xsi:type="dcterms:W3CDTF">2026-03-15T18:25:00Z</dcterms:modified>
</cp:coreProperties>
</file>