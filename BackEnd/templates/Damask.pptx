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696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09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75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83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523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02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955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78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2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09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284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8560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441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371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7180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76686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5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8515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EDE8-C2E4-C665-4737-91AC788F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539A6-0BAA-7965-225C-338560A6C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32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Bookman Old Style</vt:lpstr>
      <vt:lpstr>Rockwell</vt:lpstr>
      <vt:lpstr>Damask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5</cp:revision>
  <dcterms:created xsi:type="dcterms:W3CDTF">2026-03-12T16:55:52Z</dcterms:created>
  <dcterms:modified xsi:type="dcterms:W3CDTF">2026-03-12T17:01:04Z</dcterms:modified>
</cp:coreProperties>
</file>