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69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66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716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69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02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182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0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63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78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05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32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EDE8-C2E4-C665-4737-91AC788F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539A6-0BAA-7965-225C-338560A6C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321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1</cp:revision>
  <dcterms:created xsi:type="dcterms:W3CDTF">2026-03-12T16:55:52Z</dcterms:created>
  <dcterms:modified xsi:type="dcterms:W3CDTF">2026-03-12T16:57:33Z</dcterms:modified>
</cp:coreProperties>
</file>