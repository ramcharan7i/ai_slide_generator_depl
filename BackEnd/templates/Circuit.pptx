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19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96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9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3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4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25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01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7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19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1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66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090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05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31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157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417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13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168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4</cp:revision>
  <dcterms:created xsi:type="dcterms:W3CDTF">2026-03-12T16:55:52Z</dcterms:created>
  <dcterms:modified xsi:type="dcterms:W3CDTF">2026-03-12T17:00:30Z</dcterms:modified>
</cp:coreProperties>
</file>