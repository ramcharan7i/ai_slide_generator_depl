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DEE3D224-64F2-4B13-B5FA-938DAF652551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7A256DC6-59CE-4C0B-B774-0E91B9BBB8D0}" type="slidenum">
              <a:rPr lang="en-GB" smtClean="0"/>
              <a:t>‹#›</a:t>
            </a:fld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6364579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3D224-64F2-4B13-B5FA-938DAF652551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56DC6-59CE-4C0B-B774-0E91B9BBB8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59245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3D224-64F2-4B13-B5FA-938DAF652551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56DC6-59CE-4C0B-B774-0E91B9BBB8D0}" type="slidenum">
              <a:rPr lang="en-GB" smtClean="0"/>
              <a:t>‹#›</a:t>
            </a:fld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60639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3D224-64F2-4B13-B5FA-938DAF652551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56DC6-59CE-4C0B-B774-0E91B9BBB8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63900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3D224-64F2-4B13-B5FA-938DAF652551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56DC6-59CE-4C0B-B774-0E91B9BBB8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9615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3D224-64F2-4B13-B5FA-938DAF652551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56DC6-59CE-4C0B-B774-0E91B9BBB8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73904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3D224-64F2-4B13-B5FA-938DAF652551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56DC6-59CE-4C0B-B774-0E91B9BBB8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7771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3D224-64F2-4B13-B5FA-938DAF652551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56DC6-59CE-4C0B-B774-0E91B9BBB8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85157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3D224-64F2-4B13-B5FA-938DAF652551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56DC6-59CE-4C0B-B774-0E91B9BBB8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1595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3D224-64F2-4B13-B5FA-938DAF652551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56DC6-59CE-4C0B-B774-0E91B9BBB8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7733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3D224-64F2-4B13-B5FA-938DAF652551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56DC6-59CE-4C0B-B774-0E91B9BBB8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47761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DEE3D224-64F2-4B13-B5FA-938DAF652551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7A256DC6-59CE-4C0B-B774-0E91B9BBB8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4983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762A3-74FD-9560-E0AF-6B52C948167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369E9A-24B7-B2A7-F9F4-05DD26A425C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7191914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Century Schoolbook</vt:lpstr>
      <vt:lpstr>Wingdings 2</vt:lpstr>
      <vt:lpstr>View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RAJESH ABOTHULA</dc:creator>
  <cp:lastModifiedBy>RAJESH ABOTHULA</cp:lastModifiedBy>
  <cp:revision>1</cp:revision>
  <dcterms:created xsi:type="dcterms:W3CDTF">2026-03-15T18:35:58Z</dcterms:created>
  <dcterms:modified xsi:type="dcterms:W3CDTF">2026-03-15T18:36:18Z</dcterms:modified>
</cp:coreProperties>
</file>