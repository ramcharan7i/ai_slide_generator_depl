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31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1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860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711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455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40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4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57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48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04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1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4292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479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8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37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552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3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247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07D3-FA1E-E0DB-7B91-36AE0C0FA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4547C-37A3-20C2-F3D3-CDFB7D43A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09800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Trebuchet MS</vt:lpstr>
      <vt:lpstr>Berlin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5</cp:revision>
  <dcterms:created xsi:type="dcterms:W3CDTF">2026-03-15T18:22:13Z</dcterms:created>
  <dcterms:modified xsi:type="dcterms:W3CDTF">2026-03-15T18:28:26Z</dcterms:modified>
</cp:coreProperties>
</file>