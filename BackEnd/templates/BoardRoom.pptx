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87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23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60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5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77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62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25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2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91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09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423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420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854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761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42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58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15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3</cp:revision>
  <dcterms:created xsi:type="dcterms:W3CDTF">2026-03-12T16:55:52Z</dcterms:created>
  <dcterms:modified xsi:type="dcterms:W3CDTF">2026-03-12T16:59:56Z</dcterms:modified>
</cp:coreProperties>
</file>