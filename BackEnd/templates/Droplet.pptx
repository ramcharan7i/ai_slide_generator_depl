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3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722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5377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7991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5542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054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146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621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585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990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2648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036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94763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645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0716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8073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0789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58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482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  <p:sldLayoutId id="2147483876" r:id="rId13"/>
    <p:sldLayoutId id="2147483877" r:id="rId14"/>
    <p:sldLayoutId id="2147483878" r:id="rId15"/>
    <p:sldLayoutId id="2147483879" r:id="rId16"/>
    <p:sldLayoutId id="2147483880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1EDE8-C2E4-C665-4737-91AC788F31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539A6-0BAA-7965-225C-338560A6C6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53219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Tw Cen MT</vt:lpstr>
      <vt:lpstr>Droplet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ABOTHULA</dc:creator>
  <cp:lastModifiedBy>RAJESH ABOTHULA</cp:lastModifiedBy>
  <cp:revision>8</cp:revision>
  <dcterms:created xsi:type="dcterms:W3CDTF">2026-03-12T16:55:52Z</dcterms:created>
  <dcterms:modified xsi:type="dcterms:W3CDTF">2026-03-12T17:03:36Z</dcterms:modified>
</cp:coreProperties>
</file>