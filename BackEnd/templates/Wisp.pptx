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71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443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26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185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345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177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618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934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319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490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896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375892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1994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310522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8491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1853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060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944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  <p:sldLayoutId id="2147483784" r:id="rId13"/>
    <p:sldLayoutId id="2147483785" r:id="rId14"/>
    <p:sldLayoutId id="2147483786" r:id="rId15"/>
    <p:sldLayoutId id="214748378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607D3-FA1E-E0DB-7B91-36AE0C0FAA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84547C-37A3-20C2-F3D3-CDFB7D43AA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809800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Wisp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ABOTHULA</dc:creator>
  <cp:lastModifiedBy>RAJESH ABOTHULA</cp:lastModifiedBy>
  <cp:revision>4</cp:revision>
  <dcterms:created xsi:type="dcterms:W3CDTF">2026-03-15T18:22:13Z</dcterms:created>
  <dcterms:modified xsi:type="dcterms:W3CDTF">2026-03-15T18:27:52Z</dcterms:modified>
</cp:coreProperties>
</file>