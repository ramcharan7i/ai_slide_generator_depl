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96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02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90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7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65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97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0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99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8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85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28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0378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823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442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525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832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0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531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Calisto MT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6</cp:revision>
  <dcterms:created xsi:type="dcterms:W3CDTF">2026-03-12T16:55:52Z</dcterms:created>
  <dcterms:modified xsi:type="dcterms:W3CDTF">2026-03-12T17:02:02Z</dcterms:modified>
</cp:coreProperties>
</file>