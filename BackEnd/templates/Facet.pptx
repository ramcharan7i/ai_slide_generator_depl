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16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84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11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41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1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68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13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79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86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7640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67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3467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614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3159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877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D3076-2E3D-4845-9BC5-2D7AD24B4F14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E8FDA1B-3300-475E-BCFC-516B83F134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194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1EDE8-C2E4-C665-4737-91AC788F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539A6-0BAA-7965-225C-338560A6C6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53219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ABOTHULA</dc:creator>
  <cp:lastModifiedBy>RAJESH ABOTHULA</cp:lastModifiedBy>
  <cp:revision>7</cp:revision>
  <dcterms:created xsi:type="dcterms:W3CDTF">2026-03-12T16:55:52Z</dcterms:created>
  <dcterms:modified xsi:type="dcterms:W3CDTF">2026-03-12T17:02:33Z</dcterms:modified>
</cp:coreProperties>
</file>