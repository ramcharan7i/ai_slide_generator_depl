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58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73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923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4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16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76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51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47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7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302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6432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59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80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787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242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802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2</cp:revision>
  <dcterms:created xsi:type="dcterms:W3CDTF">2026-03-12T16:55:52Z</dcterms:created>
  <dcterms:modified xsi:type="dcterms:W3CDTF">2026-03-12T16:59:11Z</dcterms:modified>
</cp:coreProperties>
</file>