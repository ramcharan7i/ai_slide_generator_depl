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1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44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26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185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345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17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61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34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1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49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896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7589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199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1052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849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185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060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94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607D3-FA1E-E0DB-7B91-36AE0C0FA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4547C-37A3-20C2-F3D3-CDFB7D43AA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09800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Wisp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4</cp:revision>
  <dcterms:created xsi:type="dcterms:W3CDTF">2026-03-15T18:22:13Z</dcterms:created>
  <dcterms:modified xsi:type="dcterms:W3CDTF">2026-03-15T18:26:52Z</dcterms:modified>
</cp:coreProperties>
</file>