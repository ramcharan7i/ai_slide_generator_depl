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695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585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461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509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198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18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28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308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648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266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919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31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693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94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769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8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3872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607D3-FA1E-E0DB-7B91-36AE0C0FAA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4547C-37A3-20C2-F3D3-CDFB7D43AA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098007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Corbel</vt:lpstr>
      <vt:lpstr>Depth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1</cp:revision>
  <dcterms:created xsi:type="dcterms:W3CDTF">2026-03-15T18:22:13Z</dcterms:created>
  <dcterms:modified xsi:type="dcterms:W3CDTF">2026-03-15T18:23:47Z</dcterms:modified>
</cp:coreProperties>
</file>