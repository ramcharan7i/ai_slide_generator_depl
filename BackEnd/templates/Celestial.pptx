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0460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036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507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224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08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728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712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002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945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860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5263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274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3538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9089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0174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2365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627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6668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DDA6B-75D0-AEB6-D5AC-91A90970FC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E5669E-5F7D-FC9F-13FE-FBA5F7A39D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65894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Celestial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ABOTHULA</dc:creator>
  <cp:lastModifiedBy>RAJESH ABOTHULA</cp:lastModifiedBy>
  <cp:revision>1</cp:revision>
  <dcterms:created xsi:type="dcterms:W3CDTF">2026-03-15T18:29:40Z</dcterms:created>
  <dcterms:modified xsi:type="dcterms:W3CDTF">2026-03-15T18:32:36Z</dcterms:modified>
</cp:coreProperties>
</file>